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Helvetica World" charset="1" panose="020B0500040000020004"/>
      <p:regular r:id="rId23"/>
    </p:embeddedFont>
    <p:embeddedFont>
      <p:font typeface="Georgia Pro Condensed" charset="1" panose="02040506050405020303"/>
      <p:regular r:id="rId24"/>
    </p:embeddedFont>
    <p:embeddedFont>
      <p:font typeface="Helvetica World Bold" charset="1" panose="020B080004000002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D97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01760"/>
            <a:ext cx="6886575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Apresentador: [nome aqui]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73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26465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Prática Baseada em Evidências em Fisioterapia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381459"/>
            <a:chOff x="0" y="0"/>
            <a:chExt cx="17259300" cy="45086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Introdução à Prática Baseada em Evidências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402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Importância do Método Científico na Fisioterapia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A9D8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1978109"/>
            <a:chOff x="0" y="0"/>
            <a:chExt cx="17259300" cy="263747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609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sz="7500" spc="-225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 Importância do Método Científico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04079"/>
              <a:ext cx="172593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  <a:spcBef>
                  <a:spcPct val="0"/>
                </a:spcBef>
              </a:pPr>
              <a:r>
                <a:rPr lang="en-US" b="true" sz="2468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Confiabilidade e rigor na prática clínica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578100"/>
            <a:chOff x="0" y="0"/>
            <a:chExt cx="7670800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6708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  <a:spcBef>
                  <a:spcPct val="0"/>
                </a:spcBef>
              </a:pPr>
              <a:r>
                <a:rPr lang="en-US" b="true" sz="2468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Confiabilidade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7670800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A9D8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000" spc="-30" strike="noStrike" u="none">
                  <a:solidFill>
                    <a:srgbClr val="2A9D8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confiabilidade</a:t>
              </a:r>
              <a:r>
                <a:rPr lang="en-US" sz="2000" spc="-30" strike="noStrike" u="none">
                  <a:solidFill>
                    <a:srgbClr val="2A9D8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do método científico assegura que as intervenções em fisioterapia sejam fundamentadas em dados sólidos, aumentando a eficácia dos tratamentos e a segurança dos pacientes.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578100"/>
            <a:chOff x="0" y="0"/>
            <a:chExt cx="72644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2"/>
                </a:lnSpc>
                <a:spcBef>
                  <a:spcPct val="0"/>
                </a:spcBef>
              </a:pPr>
              <a:r>
                <a:rPr lang="en-US" b="true" sz="2468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Rigor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7264400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2A9D8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</a:t>
              </a:r>
              <a:r>
                <a:rPr lang="en-US" b="true" sz="2000" spc="-30" strike="noStrike" u="none">
                  <a:solidFill>
                    <a:srgbClr val="2A9D8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rigor</a:t>
              </a:r>
              <a:r>
                <a:rPr lang="en-US" sz="2000" spc="-30" strike="noStrike" u="none">
                  <a:solidFill>
                    <a:srgbClr val="2A9D8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na pesquisa científica permite a identificação de novas evidências, garantindo que as decisões clínicas sejam baseadas em informações precisas e atualizadas, melhorando os resultados terapêuticos.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9C46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Definição de Prática Baseada em Evidências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45375"/>
            <a:ext cx="688657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Prática Baseada em Evidências (PBE) é a combinação da melhor evidência científica disponível, a experiência clínica do fisioterapeuta e as preferências do paciente, visando melhores resultados terapêuticos.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O que é Evidência Científica?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Importância na prática fisioterapêutica diária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6465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Definição de Evidência Científica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evidência científica refere-se a dados coletados através de </a:t>
            </a:r>
            <a:r>
              <a:rPr lang="en-US" b="true" sz="2499" spc="-37" strike="noStrike" u="none">
                <a:solidFill>
                  <a:srgbClr val="26465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métodos rigorosos</a:t>
            </a: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pesquisa, assegurando que as conclusões sejam baseadas em fatos verificáveis e confiáveis para a prática fisioterapêutica.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71052" cy="823089"/>
            </a:xfrm>
            <a:custGeom>
              <a:avLst/>
              <a:gdLst/>
              <a:ahLst/>
              <a:cxnLst/>
              <a:rect r="r" b="b" t="t" l="l"/>
              <a:pathLst>
                <a:path h="823089" w="1471052">
                  <a:moveTo>
                    <a:pt x="13823" y="0"/>
                  </a:moveTo>
                  <a:lnTo>
                    <a:pt x="1457229" y="0"/>
                  </a:lnTo>
                  <a:cubicBezTo>
                    <a:pt x="1460895" y="0"/>
                    <a:pt x="1464411" y="1456"/>
                    <a:pt x="1467004" y="4049"/>
                  </a:cubicBezTo>
                  <a:cubicBezTo>
                    <a:pt x="1469596" y="6641"/>
                    <a:pt x="1471052" y="10157"/>
                    <a:pt x="1471052" y="13823"/>
                  </a:cubicBezTo>
                  <a:lnTo>
                    <a:pt x="1471052" y="809266"/>
                  </a:lnTo>
                  <a:cubicBezTo>
                    <a:pt x="1471052" y="812932"/>
                    <a:pt x="1469596" y="816448"/>
                    <a:pt x="1467004" y="819040"/>
                  </a:cubicBezTo>
                  <a:cubicBezTo>
                    <a:pt x="1464411" y="821632"/>
                    <a:pt x="1460895" y="823089"/>
                    <a:pt x="1457229" y="823089"/>
                  </a:cubicBezTo>
                  <a:lnTo>
                    <a:pt x="13823" y="823089"/>
                  </a:lnTo>
                  <a:cubicBezTo>
                    <a:pt x="10157" y="823089"/>
                    <a:pt x="6641" y="821632"/>
                    <a:pt x="4049" y="819040"/>
                  </a:cubicBezTo>
                  <a:cubicBezTo>
                    <a:pt x="1456" y="816448"/>
                    <a:pt x="0" y="812932"/>
                    <a:pt x="0" y="809266"/>
                  </a:cubicBezTo>
                  <a:lnTo>
                    <a:pt x="0" y="13823"/>
                  </a:lnTo>
                  <a:cubicBezTo>
                    <a:pt x="0" y="10157"/>
                    <a:pt x="1456" y="6641"/>
                    <a:pt x="4049" y="4049"/>
                  </a:cubicBezTo>
                  <a:cubicBezTo>
                    <a:pt x="6641" y="1456"/>
                    <a:pt x="10157" y="0"/>
                    <a:pt x="13823" y="0"/>
                  </a:cubicBezTo>
                  <a:close/>
                </a:path>
              </a:pathLst>
            </a:custGeom>
            <a:blipFill>
              <a:blip r:embed="rId2"/>
              <a:stretch>
                <a:fillRect l="-521" t="0" r="-52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03" r="0" b="-10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E9C46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Tipos de Estudos e Fontes Confiáveis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Hierarquia das Evidências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Compreendendo sua importância na prática clínica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9C46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Hierarquia da Evidência Científica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pirâmide da evidência ilustra a </a:t>
            </a:r>
            <a:r>
              <a:rPr lang="en-US" b="true" sz="2499" spc="-37" strike="noStrike" u="none">
                <a:solidFill>
                  <a:srgbClr val="E9C46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importância</a:t>
            </a:r>
            <a:r>
              <a:rPr lang="en-US" sz="2499" spc="-37" strike="noStrike" u="none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priorizar dados robustos, desde opiniões até revisões sistemáticas, no processo decisório clínico, garantindo melhores resultados para os pacientes na fisioterapia.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Etapas da PBE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Formulação da pergunta clínica e busca de evidência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Método PICO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 método PICO ajuda a estruturar perguntas clínicas em fisioterapia, considerando Paciente, Intervenção, Comparação e Outcome, facilitando a busca por evidências relevantes.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Exemplos de perguntas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Exemplos típicos de perguntas clínicas incluem: "Qual a melhor intervenção para dor lombar?" e "Como a fisioterapia pode ajudar em reabilitação pós-cirúrgica?" para direcionar a prática.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Visual PICO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Um esquema visual do método PICO pode ilustrar as relações entre paciente, intervenção, comparação e outcome, fornecendo um recurso útil durante a formulação de perguntas clínicas.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6465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Estratégias de Busca em Bases de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45375"/>
            <a:ext cx="6886575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busca eficaz por evidências científicas requer o uso de bases de dados como PubMed, PEDro e Cochrane, utilizando palavras-chave e filtros adequados para obter resultados relevantes e precisos.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Avaliação Crítica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Análise da Evidência e Aplicação Clínica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Validade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validade dos estudos é crucial para garantir que as conclusões sejam confiáveis e aplicáveis na prática clínica, influenciando as decisões terapêuticas dos fisioterapeutas.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Relevância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relevância considera se os resultados dos estudos se aplicam ao contexto clínico do paciente, avaliando a transferência das descobertas para situações práticas e específicas.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Ferramentas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E9C46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Ferramentas como o CASP e o checklist PEDro são essenciais para a avaliação crítica, permitindo que os profissionais analisem a qualidade e aplicabilidade das evidências encontradas.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6465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Adaptação da Evidência Clínica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prática baseada em evidências deve considerar </a:t>
            </a:r>
            <a:r>
              <a:rPr lang="en-US" b="true" sz="2499" spc="-37" strike="noStrike" u="none">
                <a:solidFill>
                  <a:srgbClr val="26465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 características individuais</a:t>
            </a: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 cada paciente e os recursos disponíveis, garantindo que as decisões clínicas sejam eficazes e personalizadas para melhores resultados.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6465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E9C46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Monitoramento da Eficácia e Segurança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807325"/>
            <a:ext cx="6886575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avaliação dos resultados é crucial na prática baseada em evidências. Isso envolve </a:t>
            </a:r>
            <a:r>
              <a:rPr lang="en-US" b="true" sz="2499" spc="-37" strike="noStrike" u="none">
                <a:solidFill>
                  <a:srgbClr val="E9C46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monitorar a eficácia</a:t>
            </a:r>
            <a:r>
              <a:rPr lang="en-US" sz="2499" spc="-37" strike="noStrike" u="none">
                <a:solidFill>
                  <a:srgbClr val="E9C46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das intervenções e garantir a segurança do paciente no processo de tratamento.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A9D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D303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E9C46A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Conclusão e Reflexão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E9C46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Integre PBE na prática clínica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C4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26465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Recapitulação dos Principais Pontos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</a:t>
            </a:r>
            <a:r>
              <a:rPr lang="en-US" b="true" sz="2499" spc="-37" strike="noStrike" u="none">
                <a:solidFill>
                  <a:srgbClr val="26465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prática baseada em evidências</a:t>
            </a:r>
            <a:r>
              <a:rPr lang="en-US" sz="2499" spc="-37" strike="noStrike" u="none">
                <a:solidFill>
                  <a:srgbClr val="26465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integra o método científico, a hierarquia das evidências e as etapas críticas, promovendo uma tomada de decisão mais eficaz e fundamentada na fisioterapia moderna.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2A9D8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954135"/>
            <a:ext cx="8324850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b="true" sz="3800" spc="-57">
                <a:solidFill>
                  <a:srgbClr val="E9C46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Incorpore a PBE na prática clínica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E9C46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Conclusão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Prática Baseada em Evidências em Fisioterapia</dc:description>
  <dc:identifier>DAG8E4Dsru0</dc:identifier>
  <dcterms:modified xsi:type="dcterms:W3CDTF">2011-08-01T06:04:30Z</dcterms:modified>
  <cp:revision>1</cp:revision>
  <dc:title>Presentation - Prática Baseada em Evidências em Fisioterapia</dc:title>
</cp:coreProperties>
</file>